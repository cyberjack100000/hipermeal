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35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365760"/>
            <a:ext cx="2926080" cy="2926080"/>
          </a:xfrm>
          <a:prstGeom prst="ellipse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914400"/>
            <a:ext cx="1828800" cy="1828800"/>
          </a:xfrm>
          <a:prstGeom prst="ellipse">
            <a:avLst/>
          </a:prstGeom>
          <a:solidFill>
            <a:srgbClr val="44C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3291840"/>
            <a:ext cx="2743200" cy="2743200"/>
          </a:xfrm>
          <a:prstGeom prst="ellipse">
            <a:avLst/>
          </a:prstGeom>
          <a:solidFill>
            <a:srgbClr val="1B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640080"/>
            <a:ext cx="502920" cy="502920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3657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13232"/>
            <a:ext cx="21945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HiperMeal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65836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44C4E2"/>
                </a:solidFill>
                <a:latin typeface="Aptos"/>
              </a:rPr>
              <a:t>FROM FOOD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6766560" cy="1234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to nutrition</a:t>
            </a:r>
          </a:p>
          <a:p>
            <a:pPr algn="l">
              <a:spcAft>
                <a:spcPts val="50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913632"/>
            <a:ext cx="594360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CDDCF6"/>
                </a:solidFill>
                <a:latin typeface="Aptos"/>
              </a:rPr>
              <a:t>An AI-assisted visual nutrition diary powered by Gemma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074920"/>
            <a:ext cx="1261872" cy="420624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5148072"/>
            <a:ext cx="126187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UPLOAD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2848" y="5074920"/>
            <a:ext cx="1261872" cy="420624"/>
          </a:xfrm>
          <a:prstGeom prst="roundRect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12848" y="5148072"/>
            <a:ext cx="126187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5074920"/>
            <a:ext cx="1261872" cy="420624"/>
          </a:xfrm>
          <a:prstGeom prst="roundRect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5148072"/>
            <a:ext cx="126187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5074920"/>
            <a:ext cx="1261872" cy="420624"/>
          </a:xfrm>
          <a:prstGeom prst="roundRect">
            <a:avLst/>
          </a:prstGeom>
          <a:solidFill>
            <a:srgbClr val="E8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02352" y="5148072"/>
            <a:ext cx="126187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6263640"/>
            <a:ext cx="7315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A4B8DB"/>
                </a:solidFill>
                <a:latin typeface="Aptos"/>
              </a:rPr>
              <a:t>PROJECT OVERVIEW  •  WORKFLOW  •  AI ROLE  •  ARCHITECTURE  •  LIMITATIONS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8458200" y="1874519"/>
            <a:ext cx="2468880" cy="2468880"/>
          </a:xfrm>
          <a:prstGeom prst="ellipse">
            <a:avLst/>
          </a:prstGeom>
          <a:solidFill>
            <a:srgbClr val="FA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68512" y="2084831"/>
            <a:ext cx="2048256" cy="2048256"/>
          </a:xfrm>
          <a:prstGeom prst="ellipse">
            <a:avLst/>
          </a:prstGeom>
          <a:solidFill>
            <a:srgbClr val="E2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006840" y="2450592"/>
            <a:ext cx="457200" cy="457200"/>
          </a:xfrm>
          <a:prstGeom prst="ellipse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738360" y="2487168"/>
            <a:ext cx="384048" cy="384048"/>
          </a:xfrm>
          <a:prstGeom prst="ellipse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81160" y="3127248"/>
            <a:ext cx="438912" cy="438912"/>
          </a:xfrm>
          <a:prstGeom prst="ellipse">
            <a:avLst/>
          </a:prstGeom>
          <a:solidFill>
            <a:srgbClr val="E8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30384" y="3200400"/>
            <a:ext cx="320040" cy="320040"/>
          </a:xfrm>
          <a:prstGeom prst="ellipse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96528" y="309067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617720"/>
            <a:ext cx="283464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SEE IT  •  REVIEW IT  •  LOG 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2926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9319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69F5"/>
                </a:solidFill>
                <a:latin typeface="Aptos"/>
              </a:rPr>
              <a:t>01 ·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0F1F42"/>
                </a:solidFill>
                <a:latin typeface="Aptos"/>
              </a:rPr>
              <a:t>Food logging is useful, but often tedious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1088136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Manual entry asks people to identify every item, estimate portions, and search nutrition tables.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5E7497"/>
                </a:solidFill>
                <a:latin typeface="Aptos"/>
              </a:rPr>
              <a:t>AI-ASSISTED VISUAL NUTRITION DIARY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5E7497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1" y="2788920"/>
            <a:ext cx="82296" cy="1965960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7" y="280720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Too many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7" y="3227832"/>
            <a:ext cx="2597378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Find the food name, choose a serving size, and enter nutrition details one item at a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60604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07992" y="2788920"/>
            <a:ext cx="82296" cy="1965960"/>
          </a:xfrm>
          <a:prstGeom prst="roundRect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280720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Portions are uncertain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227832"/>
            <a:ext cx="2724912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A photo gives visual clues, but it cannot reliably reveal exact weight, hidden ingredients, or cooking oil.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60604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11312" y="2788920"/>
            <a:ext cx="82296" cy="1965960"/>
          </a:xfrm>
          <a:prstGeom prst="roundRect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0768" y="280720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Data can be hard to interpret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3227832"/>
            <a:ext cx="2788920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People need a simple workflow that turns a meal image into an editable log, not a black-box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106984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0F1F42"/>
                </a:solidFill>
                <a:latin typeface="Aptos"/>
              </a:rPr>
              <a:t>Opportunity: make the first draft of a food log faster, while keeping the user in control.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2926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9319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69F5"/>
                </a:solidFill>
                <a:latin typeface="Aptos"/>
              </a:rPr>
              <a:t>02 · 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0F1F42"/>
                </a:solidFill>
                <a:latin typeface="Aptos"/>
              </a:rPr>
              <a:t>HiperMeal turns a photo into an editable meal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1088136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The app combines image understanding, backend nutrition logic, and a simple review-first interface.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5E7497"/>
                </a:solidFill>
                <a:latin typeface="Aptos"/>
              </a:rPr>
              <a:t>AI-ASSISTED VISUAL NUTRITION DIARY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5E7497"/>
                </a:solidFill>
                <a:latin typeface="Aptos"/>
              </a:rPr>
              <a:t>03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514600"/>
            <a:ext cx="438912" cy="438912"/>
          </a:xfrm>
          <a:prstGeom prst="ellipse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69464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69464"/>
            <a:ext cx="38862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Upload a meal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" y="2962656"/>
            <a:ext cx="32004" cy="283464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3264408"/>
            <a:ext cx="438912" cy="438912"/>
          </a:xfrm>
          <a:prstGeom prst="ellipse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319272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19272"/>
            <a:ext cx="38862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Gemma 4 suggests foods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" y="3712463"/>
            <a:ext cx="32004" cy="283464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4014215"/>
            <a:ext cx="438912" cy="438912"/>
          </a:xfrm>
          <a:prstGeom prst="ellipse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069079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69079"/>
            <a:ext cx="38862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Review and edit portions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" y="4462272"/>
            <a:ext cx="32004" cy="283464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8680" y="4764024"/>
            <a:ext cx="438912" cy="438912"/>
          </a:xfrm>
          <a:prstGeom prst="ellipse">
            <a:avLst/>
          </a:prstGeom>
          <a:solidFill>
            <a:srgbClr val="E8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818888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18888"/>
            <a:ext cx="38862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Save to meal history</a:t>
            </a:r>
          </a:p>
        </p:txBody>
      </p:sp>
      <p:pic>
        <p:nvPicPr>
          <p:cNvPr id="26" name="Picture 25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320" y="2446021"/>
            <a:ext cx="5715000" cy="3154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2926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9319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69F5"/>
                </a:solidFill>
                <a:latin typeface="Aptos"/>
              </a:rPr>
              <a:t>03 · 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0F1F42"/>
                </a:solidFill>
                <a:latin typeface="Aptos"/>
              </a:rPr>
              <a:t>A short, understandable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1088136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The interface is designed around four clear actions rather than a complicated nutrition 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5E7497"/>
                </a:solidFill>
                <a:latin typeface="Aptos"/>
              </a:rPr>
              <a:t>AI-ASSISTED VISUAL NUTRITION DIARY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5E7497"/>
                </a:solidFill>
                <a:latin typeface="Apto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6968" y="3035808"/>
            <a:ext cx="530352" cy="530352"/>
          </a:xfrm>
          <a:prstGeom prst="ellipse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127248"/>
            <a:ext cx="530352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767328"/>
            <a:ext cx="20574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F1F42"/>
                </a:solidFill>
                <a:latin typeface="Aptos"/>
              </a:rP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87952"/>
            <a:ext cx="20574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Choose or drop a meal image.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3520440"/>
            <a:ext cx="32004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2369F5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78892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767328" y="3035808"/>
            <a:ext cx="530352" cy="530352"/>
          </a:xfrm>
          <a:prstGeom prst="ellipse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67328" y="3127248"/>
            <a:ext cx="530352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767328"/>
            <a:ext cx="20574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F1F42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4187952"/>
            <a:ext cx="1971735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Request AI-generated food suggestions.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3520440"/>
            <a:ext cx="32004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2369F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78892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47688" y="3035808"/>
            <a:ext cx="530352" cy="530352"/>
          </a:xfrm>
          <a:prstGeom prst="ellipse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47688" y="3127248"/>
            <a:ext cx="530352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767328"/>
            <a:ext cx="20574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F1F42"/>
                </a:solidFill>
                <a:latin typeface="Aptos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4187952"/>
            <a:ext cx="1942859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Correct food labels and portions.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7696" y="3520440"/>
            <a:ext cx="32004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2369F5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78892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528048" y="3035808"/>
            <a:ext cx="530352" cy="530352"/>
          </a:xfrm>
          <a:prstGeom prst="ellipse">
            <a:avLst/>
          </a:prstGeom>
          <a:solidFill>
            <a:srgbClr val="E8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28048" y="3127248"/>
            <a:ext cx="530352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767328"/>
            <a:ext cx="20574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F1F42"/>
                </a:solidFill>
                <a:latin typeface="Aptos"/>
              </a:rPr>
              <a:t>Save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4187952"/>
            <a:ext cx="1776984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Store the meal and view its summary.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2369F5"/>
                </a:solidFill>
                <a:latin typeface="Aptos"/>
              </a:rPr>
              <a:t>Core principle: AI suggests; the user reviews and decides what gets saved.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2926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9319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69F5"/>
                </a:solidFill>
                <a:latin typeface="Aptos"/>
              </a:rPr>
              <a:t>04 · THE AI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0F1F42"/>
                </a:solidFill>
                <a:latin typeface="Aptos"/>
              </a:rPr>
              <a:t>What Gemma 4 does in HiperMeal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1088136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Gemma 4 is the vision-language component: it interprets visible content in the uploaded meal photo and returns structured suggestions.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5E7497"/>
                </a:solidFill>
                <a:latin typeface="Aptos"/>
              </a:rPr>
              <a:t>AI-ASSISTED VISUAL NUTRITION DIARY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5E7497"/>
                </a:solidFill>
                <a:latin typeface="Aptos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6032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" y="2743200"/>
            <a:ext cx="82296" cy="1965960"/>
          </a:xfrm>
          <a:prstGeom prst="roundRect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76148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Image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182112"/>
            <a:ext cx="2871216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Identify likely foods and describe visible meal components from the photo.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56032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07992" y="2743200"/>
            <a:ext cx="82296" cy="1965960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276148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Suggested portions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182112"/>
            <a:ext cx="2874266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Provide approximate portion suggestions when the image offers enough visual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560320"/>
            <a:ext cx="3520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65592" y="2743200"/>
            <a:ext cx="82296" cy="1965960"/>
          </a:xfrm>
          <a:prstGeom prst="roundRect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48" y="276148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Natural-language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182112"/>
            <a:ext cx="2871216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Return results that the backend can turn into editable food entries for the interface.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257800"/>
            <a:ext cx="10195560" cy="566928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CD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5404104"/>
            <a:ext cx="97383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F1F42"/>
                </a:solidFill>
                <a:latin typeface="Aptos"/>
              </a:rPr>
              <a:t>Gemma 4 assists with image interpretation; it does not guarantee exact ingredients, weights, or calories.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2926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9319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69F5"/>
                </a:solidFill>
                <a:latin typeface="Aptos"/>
              </a:rPr>
              <a:t>05 ·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0F1F42"/>
                </a:solidFill>
                <a:latin typeface="Aptos"/>
              </a:rPr>
              <a:t>A clear separation of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1088136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The frontend handles interaction; the backend coordinates AI requests, nutrition lookup, and persistence.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5E7497"/>
                </a:solidFill>
                <a:latin typeface="Aptos"/>
              </a:rPr>
              <a:t>AI-ASSISTED VISUAL NUTRITION DIARY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5E7497"/>
                </a:solidFill>
                <a:latin typeface="Aptos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80360"/>
            <a:ext cx="2240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" y="3044952"/>
            <a:ext cx="118872" cy="1042416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154679"/>
            <a:ext cx="173736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F1F42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593591"/>
            <a:ext cx="1737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E7497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880360"/>
            <a:ext cx="2240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47872" y="3044952"/>
            <a:ext cx="118872" cy="1042416"/>
          </a:xfrm>
          <a:prstGeom prst="roundRect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67328" y="3154679"/>
            <a:ext cx="173736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F1F42"/>
                </a:solidFill>
                <a:latin typeface="Apto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593591"/>
            <a:ext cx="1737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E7497"/>
                </a:solidFill>
                <a:latin typeface="Aptos"/>
              </a:rPr>
              <a:t>HTTP endpoints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2880360"/>
            <a:ext cx="2240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5352" y="3044952"/>
            <a:ext cx="118872" cy="1042416"/>
          </a:xfrm>
          <a:prstGeom prst="roundRect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8" y="3154679"/>
            <a:ext cx="173736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F1F42"/>
                </a:solidFill>
                <a:latin typeface="Aptos"/>
              </a:rPr>
              <a:t>GEMMA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593591"/>
            <a:ext cx="1737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E7497"/>
                </a:solidFill>
                <a:latin typeface="Aptos"/>
              </a:rPr>
              <a:t>Image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288036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42832" y="3044952"/>
            <a:ext cx="118872" cy="1042416"/>
          </a:xfrm>
          <a:prstGeom prst="roundRect">
            <a:avLst/>
          </a:prstGeom>
          <a:solidFill>
            <a:srgbClr val="E8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62288" y="3154679"/>
            <a:ext cx="201168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F1F42"/>
                </a:solidFill>
                <a:latin typeface="Aptos"/>
              </a:rPr>
              <a:t>NUTRITION +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593591"/>
            <a:ext cx="20116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E7497"/>
                </a:solidFill>
                <a:latin typeface="Aptos"/>
              </a:rPr>
              <a:t>Lookup and saved meals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3337560"/>
            <a:ext cx="4114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>
                <a:solidFill>
                  <a:srgbClr val="2369F5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3337560"/>
            <a:ext cx="4114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>
                <a:solidFill>
                  <a:srgbClr val="2369F5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337560"/>
            <a:ext cx="41148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>
                <a:solidFill>
                  <a:srgbClr val="2369F5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83480"/>
            <a:ext cx="106984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1F42"/>
                </a:solidFill>
                <a:latin typeface="Aptos"/>
              </a:rPr>
              <a:t>Typical flow: browser upload → API request → Gemma 4 result → nutrition calculation → saved meal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96128"/>
            <a:ext cx="105156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E7497"/>
                </a:solidFill>
                <a:latin typeface="Aptos"/>
              </a:rPr>
              <a:t>Stack: Python • FastAPI • Google Gen AI SDK • SQLite • HTML/CSS/JavaScript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2926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9319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69F5"/>
                </a:solidFill>
                <a:latin typeface="Aptos"/>
              </a:rPr>
              <a:t>06 · EXAMPLE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0F1F42"/>
                </a:solidFill>
                <a:latin typeface="Aptos"/>
              </a:rPr>
              <a:t>From a single image to a reviewable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1088136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Illustrative UI example only. Food labels and portion amounts below are placeholders, not a claim about a live recognition result.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5E7497"/>
                </a:solidFill>
                <a:latin typeface="Aptos"/>
              </a:rPr>
              <a:t>AI-ASSISTED VISUAL NUTRITION DIARY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5E7497"/>
                </a:solidFill>
                <a:latin typeface="Aptos"/>
              </a:rPr>
              <a:t>07</a:t>
            </a:r>
          </a:p>
        </p:txBody>
      </p:sp>
      <p:pic>
        <p:nvPicPr>
          <p:cNvPr id="11" name="Picture 10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68880"/>
            <a:ext cx="5852160" cy="3291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2514600"/>
            <a:ext cx="4480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76872" y="2697480"/>
            <a:ext cx="82296" cy="731519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96328" y="2715768"/>
            <a:ext cx="3931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Suggested food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136392"/>
            <a:ext cx="3913632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E7497"/>
                </a:solidFill>
                <a:latin typeface="Aptos"/>
              </a:rPr>
              <a:t>Example: rice, dal, mixed vegetables.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94760"/>
            <a:ext cx="4480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76872" y="3977640"/>
            <a:ext cx="82296" cy="731519"/>
          </a:xfrm>
          <a:prstGeom prst="roundRect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6328" y="3995928"/>
            <a:ext cx="3931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Portion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4416552"/>
            <a:ext cx="3913632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E7497"/>
                </a:solidFill>
                <a:latin typeface="Aptos"/>
              </a:rPr>
              <a:t>Check or correct serving amounts before saving.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5074920"/>
            <a:ext cx="4480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76872" y="5257800"/>
            <a:ext cx="82296" cy="365760"/>
          </a:xfrm>
          <a:prstGeom prst="roundRect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87184" y="5212080"/>
            <a:ext cx="3931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dirty="0">
                <a:solidFill>
                  <a:srgbClr val="0F1F42"/>
                </a:solidFill>
                <a:latin typeface="Aptos"/>
              </a:rPr>
              <a:t>Nutrition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5596128"/>
            <a:ext cx="3913632" cy="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dirty="0">
                <a:solidFill>
                  <a:srgbClr val="5E7497"/>
                </a:solidFill>
                <a:latin typeface="Aptos"/>
              </a:rPr>
              <a:t>Calories and macros depend on the food data used.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2926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9319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69F5"/>
                </a:solidFill>
                <a:latin typeface="Aptos"/>
              </a:rPr>
              <a:t>07 · TRUST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0F1F42"/>
                </a:solidFill>
                <a:latin typeface="Aptos"/>
              </a:rPr>
              <a:t>Useful estimates, not unquestionable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1088136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HiperMeal should communicate uncertainty clearly and let people correct model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5E7497"/>
                </a:solidFill>
                <a:latin typeface="Aptos"/>
              </a:rPr>
              <a:t>AI-ASSISTED VISUAL NUTRITION DIARY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5E7497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6032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" y="2743200"/>
            <a:ext cx="82296" cy="2057400"/>
          </a:xfrm>
          <a:prstGeom prst="roundRect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76148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Photo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182112"/>
            <a:ext cx="2871216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Hidden ingredients, cooking oil, depth, and exact serving weight may not be visible.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56032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07992" y="2743200"/>
            <a:ext cx="82296" cy="2057400"/>
          </a:xfrm>
          <a:prstGeom prst="roundRect">
            <a:avLst/>
          </a:prstGeom>
          <a:solidFill>
            <a:srgbClr val="E8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276148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Nutrition-data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182112"/>
            <a:ext cx="2871216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The current prototype uses a small sample dataset. Production use needs verified food-composition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56032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65592" y="2743200"/>
            <a:ext cx="82296" cy="2057400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5048" y="2761488"/>
            <a:ext cx="29718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Privacy and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182112"/>
            <a:ext cx="2788920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dirty="0">
                <a:solidFill>
                  <a:srgbClr val="5E7497"/>
                </a:solidFill>
                <a:latin typeface="Aptos"/>
              </a:rPr>
              <a:t>Keep API keys on the server. Add authentication and access controls before public deployment.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FAE85"/>
                </a:solidFill>
                <a:latin typeface="Aptos"/>
              </a:rPr>
              <a:t>Design choice: keep results editable and make the user the final reviewer.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2926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93192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F1F42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369F5"/>
                </a:solidFill>
                <a:latin typeface="Aptos"/>
              </a:rPr>
              <a:t>08 ·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0F1F42"/>
                </a:solidFill>
                <a:latin typeface="Aptos"/>
              </a:rPr>
              <a:t>How HiperMeal can grow beyond the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1088136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E7497"/>
                </a:solidFill>
                <a:latin typeface="Aptos"/>
              </a:rPr>
              <a:t>A realistic roadmap focuses on validation and data quality before adding complexity.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>
                <a:solidFill>
                  <a:srgbClr val="5E7497"/>
                </a:solidFill>
                <a:latin typeface="Aptos"/>
              </a:rPr>
              <a:t>AI-ASSISTED VISUAL NUTRITION DIARY  • 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5E7497"/>
                </a:solidFill>
                <a:latin typeface="Aptos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14600"/>
            <a:ext cx="1920240" cy="43891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87752"/>
            <a:ext cx="8138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Test image recognition across varied meals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1368" y="2971800"/>
            <a:ext cx="32004" cy="292608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3273552"/>
            <a:ext cx="1920240" cy="438912"/>
          </a:xfrm>
          <a:prstGeom prst="roundRect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64992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346704"/>
            <a:ext cx="8138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Use reliable, cited food-composition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1368" y="3730752"/>
            <a:ext cx="32004" cy="292608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8680" y="4032504"/>
            <a:ext cx="1920240" cy="438912"/>
          </a:xfrm>
          <a:prstGeom prst="roundRect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123944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105656"/>
            <a:ext cx="8138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Improve daily totals, trends, and meal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1368" y="4489704"/>
            <a:ext cx="32004" cy="292608"/>
          </a:xfrm>
          <a:prstGeom prst="rect">
            <a:avLst/>
          </a:prstGeom>
          <a:solidFill>
            <a:srgbClr val="DB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4791456"/>
            <a:ext cx="1920240" cy="438912"/>
          </a:xfrm>
          <a:prstGeom prst="roundRect">
            <a:avLst/>
          </a:prstGeom>
          <a:solidFill>
            <a:srgbClr val="E8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882896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BEFORE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864608"/>
            <a:ext cx="8138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F1F42"/>
                </a:solidFill>
                <a:latin typeface="Aptos"/>
              </a:rPr>
              <a:t>Add privacy controls, authentication, and deployment hardening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658368"/>
            <a:ext cx="502920" cy="502920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731520"/>
            <a:ext cx="3657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1945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HiperMeal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Make food logging easier.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1033272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0">
                <a:solidFill>
                  <a:srgbClr val="C9DBF6"/>
                </a:solidFill>
                <a:latin typeface="Aptos"/>
              </a:rPr>
              <a:t>Gemma 4 helps interpret meal images. HiperMeal turns those suggestions into an editable nutrition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977639"/>
            <a:ext cx="1783080" cy="530352"/>
          </a:xfrm>
          <a:prstGeom prst="roundRect">
            <a:avLst/>
          </a:prstGeom>
          <a:solidFill>
            <a:srgbClr val="236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977639"/>
            <a:ext cx="1783080" cy="530352"/>
          </a:xfrm>
          <a:prstGeom prst="roundRect">
            <a:avLst/>
          </a:prstGeom>
          <a:solidFill>
            <a:srgbClr val="1F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411480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1783080" cy="530352"/>
          </a:xfrm>
          <a:prstGeom prst="roundRect">
            <a:avLst/>
          </a:prstGeom>
          <a:solidFill>
            <a:srgbClr val="F5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11480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NUTRITION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977639"/>
            <a:ext cx="1783080" cy="530352"/>
          </a:xfrm>
          <a:prstGeom prst="roundRect">
            <a:avLst/>
          </a:prstGeom>
          <a:solidFill>
            <a:srgbClr val="E8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4114800"/>
            <a:ext cx="1783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943600"/>
            <a:ext cx="101498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802</Words>
  <Application>Microsoft Office PowerPoint</Application>
  <PresentationFormat>Widescreen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HiperMeal: AI-Assisted Visual Nutrition Diary</dc:title>
  <dc:subject>Project overview, user workflow, Gemma 4 integration, architecture, limitations and roadmap</dc:subject>
  <dc:creator>HiperMeal Project Team</dc:creator>
  <cp:keywords>HiperMeal, Gemma 4, FastAPI, nutrition, hackathon</cp:keywords>
  <dc:description>generated using python-pptx</dc:description>
  <cp:lastModifiedBy>hp</cp:lastModifiedBy>
  <cp:revision>2</cp:revision>
  <dcterms:created xsi:type="dcterms:W3CDTF">2013-01-27T09:14:16Z</dcterms:created>
  <dcterms:modified xsi:type="dcterms:W3CDTF">2026-10-25T08:53:37Z</dcterms:modified>
  <cp:category/>
</cp:coreProperties>
</file>